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C7A35D43-F2A4-474F-B742-30C83D0F1055}"/>
              </a:ext>
            </a:extLst>
          </p:cNvPr>
          <p:cNvSpPr txBox="1"/>
          <p:nvPr/>
        </p:nvSpPr>
        <p:spPr>
          <a:xfrm>
            <a:off x="3225800" y="1126066"/>
            <a:ext cx="574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LINGUAGGIO C </a:t>
            </a:r>
            <a:endParaRPr lang="it-IT" sz="54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BDA8D0C-6207-42D7-B762-CF2B9DA7E8B0}"/>
              </a:ext>
            </a:extLst>
          </p:cNvPr>
          <p:cNvSpPr txBox="1"/>
          <p:nvPr/>
        </p:nvSpPr>
        <p:spPr>
          <a:xfrm>
            <a:off x="2607732" y="2659559"/>
            <a:ext cx="4292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</a:t>
            </a:r>
            <a:r>
              <a:rPr lang="en-US" sz="4000" dirty="0"/>
              <a:t>MOLTIPLICAZIONE</a:t>
            </a:r>
            <a:endParaRPr lang="it-IT" sz="40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992E60A-61DF-4131-88A7-45986EE55A3F}"/>
              </a:ext>
            </a:extLst>
          </p:cNvPr>
          <p:cNvSpPr txBox="1"/>
          <p:nvPr/>
        </p:nvSpPr>
        <p:spPr>
          <a:xfrm>
            <a:off x="2607732" y="3490556"/>
            <a:ext cx="2823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.</a:t>
            </a:r>
            <a:r>
              <a:rPr lang="en-US" sz="5400" dirty="0"/>
              <a:t>MEDIA</a:t>
            </a:r>
            <a:endParaRPr lang="it-IT" sz="5400" dirty="0"/>
          </a:p>
        </p:txBody>
      </p:sp>
    </p:spTree>
    <p:extLst>
      <p:ext uri="{BB962C8B-B14F-4D97-AF65-F5344CB8AC3E}">
        <p14:creationId xmlns:p14="http://schemas.microsoft.com/office/powerpoint/2010/main" val="3795409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3EE933-47B5-4705-8DD7-09A57CAA3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MOLTIPLICAZIONE IN LINGUAGGIO C</a:t>
            </a:r>
            <a:endParaRPr lang="it-IT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4E2881C3-6EFC-4F53-9450-EA90FC5B6B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4970" y="2035795"/>
            <a:ext cx="4867954" cy="2495898"/>
          </a:xfr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82E3ED8-61D3-459F-9BEB-2F7F42B56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924" y="4647344"/>
            <a:ext cx="5815162" cy="1979110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313B6778-EFC4-4E60-8725-064101E059D4}"/>
              </a:ext>
            </a:extLst>
          </p:cNvPr>
          <p:cNvSpPr txBox="1"/>
          <p:nvPr/>
        </p:nvSpPr>
        <p:spPr>
          <a:xfrm>
            <a:off x="6560238" y="2274339"/>
            <a:ext cx="39422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CREAZIONE DEL FILE</a:t>
            </a:r>
          </a:p>
          <a:p>
            <a:pPr marL="342900" indent="-342900">
              <a:buAutoNum type="arabicPeriod"/>
            </a:pPr>
            <a:r>
              <a:rPr lang="en-US" dirty="0"/>
              <a:t>CREARE IL COMANDO PER ESEGUIRE LA MOLTIPLICAZIONE</a:t>
            </a:r>
          </a:p>
          <a:p>
            <a:pPr marL="342900" indent="-342900">
              <a:buAutoNum type="arabicPeriod"/>
            </a:pPr>
            <a:r>
              <a:rPr lang="en-US" dirty="0"/>
              <a:t>ESEGUIRE IL COMANDO DAL TERMINALE PER LA VERIFICA</a:t>
            </a:r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31CAD4F-1D22-4C95-B19D-BCC1A76E886C}"/>
              </a:ext>
            </a:extLst>
          </p:cNvPr>
          <p:cNvSpPr txBox="1"/>
          <p:nvPr/>
        </p:nvSpPr>
        <p:spPr>
          <a:xfrm>
            <a:off x="501891" y="2043507"/>
            <a:ext cx="483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  <a:endParaRPr lang="it-IT" sz="2400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3B2BA0F-833D-48A6-8FF2-6D87F8B45BBE}"/>
              </a:ext>
            </a:extLst>
          </p:cNvPr>
          <p:cNvSpPr txBox="1"/>
          <p:nvPr/>
        </p:nvSpPr>
        <p:spPr>
          <a:xfrm>
            <a:off x="5514288" y="4647344"/>
            <a:ext cx="431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20536170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38</TotalTime>
  <Words>30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6" baseType="lpstr">
      <vt:lpstr>Arial</vt:lpstr>
      <vt:lpstr>Trebuchet MS</vt:lpstr>
      <vt:lpstr>Tw Cen MT</vt:lpstr>
      <vt:lpstr>Circuito</vt:lpstr>
      <vt:lpstr>Presentazione standard di PowerPoint</vt:lpstr>
      <vt:lpstr>MOLTIPLICAZIONE IN LINGUAGGIO 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user</dc:creator>
  <cp:lastModifiedBy>user</cp:lastModifiedBy>
  <cp:revision>3</cp:revision>
  <dcterms:created xsi:type="dcterms:W3CDTF">2023-11-29T16:24:11Z</dcterms:created>
  <dcterms:modified xsi:type="dcterms:W3CDTF">2023-11-29T17:03:06Z</dcterms:modified>
</cp:coreProperties>
</file>